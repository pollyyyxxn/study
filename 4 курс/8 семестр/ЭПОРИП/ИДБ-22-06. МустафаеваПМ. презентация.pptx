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02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32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2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80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41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0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94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72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05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22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7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99E6C-D0D4-417C-ADF2-9755411CD70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08D85-3AB2-4F04-96BA-0B91923018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28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0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1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9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429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1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355164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27" y="578460"/>
            <a:ext cx="11632511" cy="80193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27" y="1380391"/>
            <a:ext cx="11348164" cy="84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2477"/>
          <a:stretch/>
        </p:blipFill>
        <p:spPr>
          <a:xfrm>
            <a:off x="0" y="0"/>
            <a:ext cx="12202160" cy="688201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80" y="5156995"/>
            <a:ext cx="1772603" cy="48958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9768" y="5156995"/>
            <a:ext cx="1952625" cy="3143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23517" y="5448460"/>
            <a:ext cx="466725" cy="1905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269" y="407010"/>
            <a:ext cx="5580299" cy="74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4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405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6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407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3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89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9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120" y="1"/>
            <a:ext cx="12582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8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00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2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1354" r="468"/>
          <a:stretch/>
        </p:blipFill>
        <p:spPr>
          <a:xfrm>
            <a:off x="0" y="0"/>
            <a:ext cx="12192000" cy="68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4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415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7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0"/>
            <a:ext cx="12446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6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7</cp:revision>
  <dcterms:created xsi:type="dcterms:W3CDTF">2026-02-26T18:17:28Z</dcterms:created>
  <dcterms:modified xsi:type="dcterms:W3CDTF">2026-02-27T10:21:51Z</dcterms:modified>
</cp:coreProperties>
</file>