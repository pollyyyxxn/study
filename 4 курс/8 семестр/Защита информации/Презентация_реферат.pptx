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65" r:id="rId4"/>
    <p:sldId id="264" r:id="rId5"/>
    <p:sldId id="263" r:id="rId6"/>
    <p:sldId id="262" r:id="rId7"/>
    <p:sldId id="261" r:id="rId8"/>
    <p:sldId id="260" r:id="rId9"/>
    <p:sldId id="257" r:id="rId10"/>
    <p:sldId id="25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AAF3C-B203-4EA2-A7DC-7C3C679D6179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95FC6-21F4-420B-AF1B-E15493181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745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AAF3C-B203-4EA2-A7DC-7C3C679D6179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95FC6-21F4-420B-AF1B-E15493181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038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AAF3C-B203-4EA2-A7DC-7C3C679D6179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95FC6-21F4-420B-AF1B-E15493181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883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AAF3C-B203-4EA2-A7DC-7C3C679D6179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95FC6-21F4-420B-AF1B-E15493181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344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AAF3C-B203-4EA2-A7DC-7C3C679D6179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95FC6-21F4-420B-AF1B-E15493181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377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AAF3C-B203-4EA2-A7DC-7C3C679D6179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95FC6-21F4-420B-AF1B-E15493181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02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AAF3C-B203-4EA2-A7DC-7C3C679D6179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95FC6-21F4-420B-AF1B-E15493181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909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AAF3C-B203-4EA2-A7DC-7C3C679D6179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95FC6-21F4-420B-AF1B-E15493181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557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AAF3C-B203-4EA2-A7DC-7C3C679D6179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95FC6-21F4-420B-AF1B-E15493181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315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AAF3C-B203-4EA2-A7DC-7C3C679D6179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95FC6-21F4-420B-AF1B-E15493181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0194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AAF3C-B203-4EA2-A7DC-7C3C679D6179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95FC6-21F4-420B-AF1B-E15493181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64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AAF3C-B203-4EA2-A7DC-7C3C679D6179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95FC6-21F4-420B-AF1B-E154931817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44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r="2009"/>
          <a:stretch/>
        </p:blipFill>
        <p:spPr>
          <a:xfrm>
            <a:off x="1" y="0"/>
            <a:ext cx="12202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8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354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50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441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45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98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0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569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41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4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6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918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61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1</cp:lastModifiedBy>
  <cp:revision>2</cp:revision>
  <dcterms:created xsi:type="dcterms:W3CDTF">2026-02-17T07:49:52Z</dcterms:created>
  <dcterms:modified xsi:type="dcterms:W3CDTF">2026-02-17T08:14:43Z</dcterms:modified>
</cp:coreProperties>
</file>